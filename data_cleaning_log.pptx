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9"/>
    <p:restoredTop sz="94616"/>
  </p:normalViewPr>
  <p:slideViewPr>
    <p:cSldViewPr snapToGrid="0">
      <p:cViewPr>
        <p:scale>
          <a:sx n="100" d="100"/>
          <a:sy n="100" d="100"/>
        </p:scale>
        <p:origin x="-2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CCB3-B36A-BC15-4E47-DC8EFC3B6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CF733-2C2C-8240-B7DF-A9726AC77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01DCD-8FE0-DB7E-A5ED-824B22CB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D5367-AAEC-386D-1AC7-8E76D1A0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DC785-517E-7332-AD64-CC4FC887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7B2F-760E-83E6-472B-602A2CF6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36C97-0AC8-DADA-5928-55B29B98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EA05-D803-5942-EE50-5E77E38F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D8CE8-53F0-ED91-F869-B3BC60C2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16A4A-E024-3722-544C-7ACDC305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1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4A2A-30C0-76CA-9723-4CF2AE4E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E882F-E302-0AA4-08F5-1A67E5ADB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E7AE-938B-3ADF-DC0D-49548772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1B0B0-B069-EBB0-4B6C-95AB831D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C6856-A228-DBD5-CD15-52CD7094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9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8628-8287-50DF-6507-5ED5678C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DABEF-A889-52B7-1D7D-9FAC107BA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627A3-571E-947A-61F5-4C3D03E41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0A0A4-18B3-36B7-D184-75418259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72C6C-25E6-099D-7D6D-9EE6622C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C2274-2694-B4D9-1F16-7C606D17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5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773C-85C5-90F4-F7F4-DFFED49B8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A73E-0648-FF0F-DB32-4E6861645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F9E3A-449A-B5CF-966B-A873C2263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A5715-6C50-A663-FD73-2D76383E4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E1735-A5DA-8662-2EC7-1CDDB0BCD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56CF6-5E43-6B83-4AFA-52823B675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CA050-A19B-738F-22FE-ED8913CF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3E759-613C-2146-84E4-D4B395D0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2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3EDB-3B97-22D1-B28B-8E1FF452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78B28-0591-B80E-2DD7-6F21BA17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F5679-5902-283F-FEF4-F78B0B97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E61D9-AE07-38AD-6DE7-CE2CA78C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84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B1776-3709-63E2-3D5C-B03E5B0F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34A3F-B38E-F10E-6ABC-0070896C3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82122-9892-6178-48EF-3D9C533D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0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AF28-6367-58A2-09CF-29E17AFC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4409-B428-3A2A-F48C-A64343BD3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24162-10AA-E9D2-917B-8600CAB3B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3A2AB-E77E-F42F-DFB0-63B24EBC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92415-4879-638C-CE42-2FA07C63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7CE6E-717E-4360-870F-9482FD54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0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50F2-9F67-42FE-E8C5-BCB3ED4E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366CEA-A28A-9ABB-5DD6-7A8D7EADC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36167-8114-42A5-21E0-486915950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BCDB9-7341-D9B4-5CAE-4496238C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96ABB-7E6F-39B3-2316-07F9463C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EF3A5-22F3-5A3D-8ADD-D888CB87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0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44C0-82D2-E5B5-630A-A57723BD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683A1-EF91-A5C0-86AF-011D058D4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54D6B-8323-BD93-2A38-16A0EF47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DE1D6-6928-2CF3-4AC5-E951ECBB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138D2-03D4-907E-7477-CD41FB95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9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81A8D3-912A-6153-4BDF-A1D4101EB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6CB68-750F-7395-1C73-330D6F873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1D1E5-C39F-C0FE-2B5D-3BCF7369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E194B-B042-E921-E562-5AB4C15D3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E508A-3711-0F00-D705-24C12A17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4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44F23-A232-C919-C12E-F727AC14A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9FA9B-0E21-0256-268C-716A98650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4BD10-AE60-3167-7AAE-E43E0F420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B4282-7BF2-CB42-977C-3E4BCB12A88F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19B4C-8DD4-18E2-17A9-E823584DF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DC532-5B5D-B8FB-508B-588899B61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D2CCA-B49A-184C-B326-F8F73D12E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2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4B44A80-B4DC-B0B3-4ADC-4F7945B37DB5}"/>
              </a:ext>
            </a:extLst>
          </p:cNvPr>
          <p:cNvSpPr/>
          <p:nvPr/>
        </p:nvSpPr>
        <p:spPr>
          <a:xfrm>
            <a:off x="96253" y="360948"/>
            <a:ext cx="4729666" cy="29597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FD5A0-E15A-DDA3-B20A-5694835FB365}"/>
              </a:ext>
            </a:extLst>
          </p:cNvPr>
          <p:cNvSpPr txBox="1"/>
          <p:nvPr/>
        </p:nvSpPr>
        <p:spPr>
          <a:xfrm>
            <a:off x="8321082" y="223972"/>
            <a:ext cx="203032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headaches      </a:t>
            </a:r>
          </a:p>
          <a:p>
            <a:r>
              <a:rPr lang="en-US" dirty="0"/>
              <a:t>   &lt;chr&gt;          </a:t>
            </a:r>
          </a:p>
          <a:p>
            <a:r>
              <a:rPr lang="en-US" dirty="0"/>
              <a:t> 1 High           </a:t>
            </a:r>
          </a:p>
          <a:p>
            <a:r>
              <a:rPr lang="en-US" dirty="0"/>
              <a:t> 2 Very High      </a:t>
            </a:r>
          </a:p>
          <a:p>
            <a:r>
              <a:rPr lang="en-US" dirty="0"/>
              <a:t> 3 Very Low/Little</a:t>
            </a:r>
          </a:p>
          <a:p>
            <a:r>
              <a:rPr lang="en-US" dirty="0"/>
              <a:t> 4 NA             </a:t>
            </a:r>
          </a:p>
          <a:p>
            <a:r>
              <a:rPr lang="en-US" dirty="0"/>
              <a:t> 5 Moderate       </a:t>
            </a:r>
          </a:p>
          <a:p>
            <a:r>
              <a:rPr lang="en-US" dirty="0"/>
              <a:t> 6 Not at all     </a:t>
            </a:r>
          </a:p>
          <a:p>
            <a:r>
              <a:rPr lang="en-US" dirty="0"/>
              <a:t> 7 Low            </a:t>
            </a:r>
          </a:p>
          <a:p>
            <a:r>
              <a:rPr lang="en-US" dirty="0"/>
              <a:t> 8 2              </a:t>
            </a:r>
          </a:p>
          <a:p>
            <a:r>
              <a:rPr lang="en-US" dirty="0"/>
              <a:t> 9 5              </a:t>
            </a:r>
          </a:p>
          <a:p>
            <a:r>
              <a:rPr lang="en-US" dirty="0"/>
              <a:t>10 3              </a:t>
            </a:r>
          </a:p>
          <a:p>
            <a:r>
              <a:rPr lang="en-US" dirty="0"/>
              <a:t>11 4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628D1B-BFC3-A14D-23DE-57E3E3ED1319}"/>
              </a:ext>
            </a:extLst>
          </p:cNvPr>
          <p:cNvSpPr txBox="1"/>
          <p:nvPr/>
        </p:nvSpPr>
        <p:spPr>
          <a:xfrm>
            <a:off x="1683422" y="619811"/>
            <a:ext cx="16287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exerciselevel</a:t>
            </a:r>
            <a:endParaRPr lang="en-US" dirty="0"/>
          </a:p>
          <a:p>
            <a:r>
              <a:rPr lang="en-US" dirty="0"/>
              <a:t>  &lt;chr&gt;        </a:t>
            </a:r>
          </a:p>
          <a:p>
            <a:r>
              <a:rPr lang="en-US" dirty="0"/>
              <a:t>1 Low          </a:t>
            </a:r>
          </a:p>
          <a:p>
            <a:r>
              <a:rPr lang="en-US" dirty="0"/>
              <a:t>2 Very Low     </a:t>
            </a:r>
          </a:p>
          <a:p>
            <a:r>
              <a:rPr lang="en-US" dirty="0"/>
              <a:t>3 Moderate     </a:t>
            </a:r>
          </a:p>
          <a:p>
            <a:r>
              <a:rPr lang="en-US" dirty="0"/>
              <a:t>4 NA           </a:t>
            </a:r>
          </a:p>
          <a:p>
            <a:r>
              <a:rPr lang="en-US" dirty="0"/>
              <a:t>5 High         </a:t>
            </a:r>
          </a:p>
          <a:p>
            <a:r>
              <a:rPr lang="en-US" dirty="0"/>
              <a:t>6 Very High    </a:t>
            </a:r>
          </a:p>
          <a:p>
            <a:r>
              <a:rPr lang="en-US" dirty="0"/>
              <a:t>7 Not at all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CC7A0-643F-6815-F22E-63EB05327554}"/>
              </a:ext>
            </a:extLst>
          </p:cNvPr>
          <p:cNvSpPr txBox="1"/>
          <p:nvPr/>
        </p:nvSpPr>
        <p:spPr>
          <a:xfrm>
            <a:off x="196517" y="619813"/>
            <a:ext cx="18137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appetite </a:t>
            </a:r>
          </a:p>
          <a:p>
            <a:r>
              <a:rPr lang="en-US" dirty="0"/>
              <a:t>  &lt;</a:t>
            </a:r>
            <a:r>
              <a:rPr lang="en-US" dirty="0" err="1"/>
              <a:t>fct</a:t>
            </a:r>
            <a:r>
              <a:rPr lang="en-US" dirty="0"/>
              <a:t>&gt;    </a:t>
            </a:r>
          </a:p>
          <a:p>
            <a:r>
              <a:rPr lang="en-US" dirty="0"/>
              <a:t>1 Low      </a:t>
            </a:r>
          </a:p>
          <a:p>
            <a:r>
              <a:rPr lang="en-US" dirty="0"/>
              <a:t>2 Very Low </a:t>
            </a:r>
          </a:p>
          <a:p>
            <a:r>
              <a:rPr lang="en-US" dirty="0"/>
              <a:t>3 Moderate </a:t>
            </a:r>
          </a:p>
          <a:p>
            <a:r>
              <a:rPr lang="en-US" dirty="0"/>
              <a:t>4 NA       </a:t>
            </a:r>
          </a:p>
          <a:p>
            <a:r>
              <a:rPr lang="en-US" dirty="0"/>
              <a:t>5 High     </a:t>
            </a:r>
          </a:p>
          <a:p>
            <a:r>
              <a:rPr lang="en-US" dirty="0"/>
              <a:t>6 Very High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FB07F-082F-DB09-8946-3DBBB6DC07B8}"/>
              </a:ext>
            </a:extLst>
          </p:cNvPr>
          <p:cNvSpPr txBox="1"/>
          <p:nvPr/>
        </p:nvSpPr>
        <p:spPr>
          <a:xfrm>
            <a:off x="10181722" y="4036131"/>
            <a:ext cx="18137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cramps         </a:t>
            </a:r>
          </a:p>
          <a:p>
            <a:r>
              <a:rPr lang="en-US" dirty="0"/>
              <a:t>  &lt;chr&gt;          </a:t>
            </a:r>
          </a:p>
          <a:p>
            <a:r>
              <a:rPr lang="en-US" dirty="0"/>
              <a:t>1 Very Low/Little</a:t>
            </a:r>
          </a:p>
          <a:p>
            <a:r>
              <a:rPr lang="en-US" dirty="0"/>
              <a:t>2 NA             </a:t>
            </a:r>
          </a:p>
          <a:p>
            <a:r>
              <a:rPr lang="en-US" dirty="0"/>
              <a:t>3 Moderate       </a:t>
            </a:r>
          </a:p>
          <a:p>
            <a:r>
              <a:rPr lang="en-US" dirty="0"/>
              <a:t>4 High           </a:t>
            </a:r>
          </a:p>
          <a:p>
            <a:r>
              <a:rPr lang="en-US" dirty="0"/>
              <a:t>5 Not at all     </a:t>
            </a:r>
          </a:p>
          <a:p>
            <a:r>
              <a:rPr lang="en-US" dirty="0"/>
              <a:t>6 Low            </a:t>
            </a:r>
          </a:p>
          <a:p>
            <a:r>
              <a:rPr lang="en-US" dirty="0"/>
              <a:t>7 Very High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59BFD9-2268-DEFC-823B-FF01C5B3A0F3}"/>
              </a:ext>
            </a:extLst>
          </p:cNvPr>
          <p:cNvSpPr txBox="1"/>
          <p:nvPr/>
        </p:nvSpPr>
        <p:spPr>
          <a:xfrm>
            <a:off x="451180" y="4036127"/>
            <a:ext cx="18137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sorebreasts</a:t>
            </a:r>
            <a:r>
              <a:rPr lang="en-US" dirty="0"/>
              <a:t>    </a:t>
            </a:r>
          </a:p>
          <a:p>
            <a:r>
              <a:rPr lang="en-US" dirty="0"/>
              <a:t>  &lt;chr&gt;          </a:t>
            </a:r>
          </a:p>
          <a:p>
            <a:r>
              <a:rPr lang="en-US" dirty="0"/>
              <a:t>1 Very Low/Little</a:t>
            </a:r>
          </a:p>
          <a:p>
            <a:r>
              <a:rPr lang="en-US" dirty="0"/>
              <a:t>2 NA             </a:t>
            </a:r>
          </a:p>
          <a:p>
            <a:r>
              <a:rPr lang="en-US" dirty="0"/>
              <a:t>3 Low            </a:t>
            </a:r>
          </a:p>
          <a:p>
            <a:r>
              <a:rPr lang="en-US" dirty="0"/>
              <a:t>4 Moderate       </a:t>
            </a:r>
          </a:p>
          <a:p>
            <a:r>
              <a:rPr lang="en-US" dirty="0"/>
              <a:t>5 Not at all     </a:t>
            </a:r>
          </a:p>
          <a:p>
            <a:r>
              <a:rPr lang="en-US" dirty="0"/>
              <a:t>6 High           </a:t>
            </a:r>
          </a:p>
          <a:p>
            <a:r>
              <a:rPr lang="en-US" dirty="0"/>
              <a:t>7 Very High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01719-A2BE-D5A9-CF41-B097F7280C0F}"/>
              </a:ext>
            </a:extLst>
          </p:cNvPr>
          <p:cNvSpPr txBox="1"/>
          <p:nvPr/>
        </p:nvSpPr>
        <p:spPr>
          <a:xfrm>
            <a:off x="3497183" y="626011"/>
            <a:ext cx="18628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fatigue   </a:t>
            </a:r>
          </a:p>
          <a:p>
            <a:r>
              <a:rPr lang="en-US" dirty="0"/>
              <a:t>  &lt;</a:t>
            </a:r>
            <a:r>
              <a:rPr lang="en-US" dirty="0" err="1"/>
              <a:t>fct</a:t>
            </a:r>
            <a:r>
              <a:rPr lang="en-US" dirty="0"/>
              <a:t>&gt;     </a:t>
            </a:r>
          </a:p>
          <a:p>
            <a:r>
              <a:rPr lang="en-US" dirty="0"/>
              <a:t>1 High      </a:t>
            </a:r>
          </a:p>
          <a:p>
            <a:r>
              <a:rPr lang="en-US" dirty="0"/>
              <a:t>2 Very High </a:t>
            </a:r>
          </a:p>
          <a:p>
            <a:r>
              <a:rPr lang="en-US" dirty="0"/>
              <a:t>3 Moderate  </a:t>
            </a:r>
          </a:p>
          <a:p>
            <a:r>
              <a:rPr lang="en-US" dirty="0"/>
              <a:t>4 Low       </a:t>
            </a:r>
          </a:p>
          <a:p>
            <a:r>
              <a:rPr lang="en-US" dirty="0"/>
              <a:t>5 NA        </a:t>
            </a:r>
          </a:p>
          <a:p>
            <a:r>
              <a:rPr lang="en-US" dirty="0"/>
              <a:t>6 Not at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6FB3CA-9D85-FFF7-7073-D46082596551}"/>
              </a:ext>
            </a:extLst>
          </p:cNvPr>
          <p:cNvSpPr txBox="1"/>
          <p:nvPr/>
        </p:nvSpPr>
        <p:spPr>
          <a:xfrm>
            <a:off x="6414706" y="223971"/>
            <a:ext cx="21386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sleepissue</a:t>
            </a:r>
            <a:r>
              <a:rPr lang="en-US" dirty="0"/>
              <a:t>     </a:t>
            </a:r>
          </a:p>
          <a:p>
            <a:r>
              <a:rPr lang="en-US" dirty="0"/>
              <a:t>  &lt;chr&gt;          </a:t>
            </a:r>
          </a:p>
          <a:p>
            <a:r>
              <a:rPr lang="en-US" dirty="0"/>
              <a:t>1 Low            </a:t>
            </a:r>
          </a:p>
          <a:p>
            <a:r>
              <a:rPr lang="en-US" dirty="0"/>
              <a:t>2 Very High      </a:t>
            </a:r>
          </a:p>
          <a:p>
            <a:r>
              <a:rPr lang="en-US" dirty="0"/>
              <a:t>3 High           </a:t>
            </a:r>
          </a:p>
          <a:p>
            <a:r>
              <a:rPr lang="en-US" dirty="0"/>
              <a:t>4 Moderate       </a:t>
            </a:r>
          </a:p>
          <a:p>
            <a:r>
              <a:rPr lang="en-US" dirty="0"/>
              <a:t>5 Very Low/Little</a:t>
            </a:r>
          </a:p>
          <a:p>
            <a:r>
              <a:rPr lang="en-US" dirty="0"/>
              <a:t>6 NA             </a:t>
            </a:r>
          </a:p>
          <a:p>
            <a:r>
              <a:rPr lang="en-US" dirty="0"/>
              <a:t>7 Not at all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7E1D84-D95F-48F7-98B8-8ABD34E89C98}"/>
              </a:ext>
            </a:extLst>
          </p:cNvPr>
          <p:cNvSpPr txBox="1"/>
          <p:nvPr/>
        </p:nvSpPr>
        <p:spPr>
          <a:xfrm>
            <a:off x="2112042" y="4036129"/>
            <a:ext cx="25266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moodswing</a:t>
            </a:r>
            <a:r>
              <a:rPr lang="en-US" dirty="0"/>
              <a:t>      </a:t>
            </a:r>
          </a:p>
          <a:p>
            <a:r>
              <a:rPr lang="en-US" dirty="0"/>
              <a:t>  &lt;</a:t>
            </a:r>
            <a:r>
              <a:rPr lang="en-US" dirty="0" err="1"/>
              <a:t>fct</a:t>
            </a:r>
            <a:r>
              <a:rPr lang="en-US" dirty="0"/>
              <a:t>&gt;          </a:t>
            </a:r>
          </a:p>
          <a:p>
            <a:r>
              <a:rPr lang="en-US" dirty="0"/>
              <a:t>1 Very Low/Little</a:t>
            </a:r>
          </a:p>
          <a:p>
            <a:r>
              <a:rPr lang="en-US" dirty="0"/>
              <a:t>2 Low            </a:t>
            </a:r>
          </a:p>
          <a:p>
            <a:r>
              <a:rPr lang="en-US" dirty="0"/>
              <a:t>3 NA             </a:t>
            </a:r>
          </a:p>
          <a:p>
            <a:r>
              <a:rPr lang="en-US" dirty="0"/>
              <a:t>4 Not at all     </a:t>
            </a:r>
          </a:p>
          <a:p>
            <a:r>
              <a:rPr lang="en-US" dirty="0"/>
              <a:t>5 Moderate       </a:t>
            </a:r>
          </a:p>
          <a:p>
            <a:r>
              <a:rPr lang="en-US" dirty="0"/>
              <a:t>6 High           </a:t>
            </a:r>
          </a:p>
          <a:p>
            <a:r>
              <a:rPr lang="en-US" dirty="0"/>
              <a:t>7 Very High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CC14F-2A8F-420D-2936-6F0A03E59982}"/>
              </a:ext>
            </a:extLst>
          </p:cNvPr>
          <p:cNvSpPr txBox="1"/>
          <p:nvPr/>
        </p:nvSpPr>
        <p:spPr>
          <a:xfrm>
            <a:off x="10142106" y="208395"/>
            <a:ext cx="23591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stress         </a:t>
            </a:r>
          </a:p>
          <a:p>
            <a:r>
              <a:rPr lang="en-US" dirty="0"/>
              <a:t>   &lt;chr&gt;          </a:t>
            </a:r>
          </a:p>
          <a:p>
            <a:r>
              <a:rPr lang="en-US" dirty="0"/>
              <a:t> 1 Moderate       </a:t>
            </a:r>
          </a:p>
          <a:p>
            <a:r>
              <a:rPr lang="en-US" dirty="0"/>
              <a:t> 2 Low            </a:t>
            </a:r>
          </a:p>
          <a:p>
            <a:r>
              <a:rPr lang="en-US" dirty="0"/>
              <a:t> 3 Very Low/Little</a:t>
            </a:r>
          </a:p>
          <a:p>
            <a:r>
              <a:rPr lang="en-US" dirty="0"/>
              <a:t> 4 NA             </a:t>
            </a:r>
          </a:p>
          <a:p>
            <a:r>
              <a:rPr lang="en-US" dirty="0"/>
              <a:t> 5 High           </a:t>
            </a:r>
          </a:p>
          <a:p>
            <a:r>
              <a:rPr lang="en-US" dirty="0"/>
              <a:t> 6 Very High      </a:t>
            </a:r>
          </a:p>
          <a:p>
            <a:r>
              <a:rPr lang="en-US" dirty="0"/>
              <a:t> 7 Not at all     </a:t>
            </a:r>
          </a:p>
          <a:p>
            <a:r>
              <a:rPr lang="en-US" dirty="0"/>
              <a:t> 8 2              </a:t>
            </a:r>
          </a:p>
          <a:p>
            <a:r>
              <a:rPr lang="en-US" dirty="0"/>
              <a:t> 9 3              </a:t>
            </a:r>
          </a:p>
          <a:p>
            <a:r>
              <a:rPr lang="en-US" dirty="0"/>
              <a:t>10 1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8943D-32C8-EB5D-4A5B-31CB38B4D0C9}"/>
              </a:ext>
            </a:extLst>
          </p:cNvPr>
          <p:cNvSpPr txBox="1"/>
          <p:nvPr/>
        </p:nvSpPr>
        <p:spPr>
          <a:xfrm>
            <a:off x="8367961" y="4036130"/>
            <a:ext cx="18137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foodcravings</a:t>
            </a:r>
            <a:r>
              <a:rPr lang="en-US" dirty="0"/>
              <a:t>   </a:t>
            </a:r>
          </a:p>
          <a:p>
            <a:r>
              <a:rPr lang="en-US" dirty="0"/>
              <a:t>  &lt;chr&gt;          </a:t>
            </a:r>
          </a:p>
          <a:p>
            <a:r>
              <a:rPr lang="en-US" dirty="0"/>
              <a:t>1 Very Low/Little</a:t>
            </a:r>
          </a:p>
          <a:p>
            <a:r>
              <a:rPr lang="en-US" dirty="0"/>
              <a:t>2 NA             </a:t>
            </a:r>
          </a:p>
          <a:p>
            <a:r>
              <a:rPr lang="en-US" dirty="0"/>
              <a:t>3 Low            </a:t>
            </a:r>
          </a:p>
          <a:p>
            <a:r>
              <a:rPr lang="en-US" dirty="0"/>
              <a:t>4 Not at all     </a:t>
            </a:r>
          </a:p>
          <a:p>
            <a:r>
              <a:rPr lang="en-US" dirty="0"/>
              <a:t>5 Moderate       </a:t>
            </a:r>
          </a:p>
          <a:p>
            <a:r>
              <a:rPr lang="en-US" dirty="0"/>
              <a:t>6 High           </a:t>
            </a:r>
          </a:p>
          <a:p>
            <a:r>
              <a:rPr lang="en-US" dirty="0"/>
              <a:t>7 Very High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2DE805-A90C-52A7-DA18-88267C900B83}"/>
              </a:ext>
            </a:extLst>
          </p:cNvPr>
          <p:cNvSpPr txBox="1"/>
          <p:nvPr/>
        </p:nvSpPr>
        <p:spPr>
          <a:xfrm>
            <a:off x="6554201" y="4036130"/>
            <a:ext cx="19070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indigestion    </a:t>
            </a:r>
          </a:p>
          <a:p>
            <a:r>
              <a:rPr lang="en-US" dirty="0"/>
              <a:t>  &lt;chr&gt;          </a:t>
            </a:r>
          </a:p>
          <a:p>
            <a:r>
              <a:rPr lang="en-US" dirty="0"/>
              <a:t>1 Very Low/Little</a:t>
            </a:r>
          </a:p>
          <a:p>
            <a:r>
              <a:rPr lang="en-US" dirty="0"/>
              <a:t>2 NA             </a:t>
            </a:r>
          </a:p>
          <a:p>
            <a:r>
              <a:rPr lang="en-US" dirty="0"/>
              <a:t>3 Low            </a:t>
            </a:r>
          </a:p>
          <a:p>
            <a:r>
              <a:rPr lang="en-US" dirty="0"/>
              <a:t>4 Not at all     </a:t>
            </a:r>
          </a:p>
          <a:p>
            <a:r>
              <a:rPr lang="en-US" dirty="0"/>
              <a:t>5 Moderate       </a:t>
            </a:r>
          </a:p>
          <a:p>
            <a:r>
              <a:rPr lang="en-US" dirty="0"/>
              <a:t>6 High           </a:t>
            </a:r>
          </a:p>
          <a:p>
            <a:r>
              <a:rPr lang="en-US" dirty="0"/>
              <a:t>7 Very High      </a:t>
            </a:r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B4471E-C08E-1DF8-9095-680708AAF35F}"/>
              </a:ext>
            </a:extLst>
          </p:cNvPr>
          <p:cNvSpPr txBox="1"/>
          <p:nvPr/>
        </p:nvSpPr>
        <p:spPr>
          <a:xfrm>
            <a:off x="4192006" y="4036130"/>
            <a:ext cx="20303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bloating       </a:t>
            </a:r>
          </a:p>
          <a:p>
            <a:r>
              <a:rPr lang="en-US" dirty="0"/>
              <a:t>  &lt;chr&gt;          </a:t>
            </a:r>
          </a:p>
          <a:p>
            <a:r>
              <a:rPr lang="en-US" dirty="0"/>
              <a:t>1 Very Low/Little</a:t>
            </a:r>
          </a:p>
          <a:p>
            <a:r>
              <a:rPr lang="en-US" dirty="0"/>
              <a:t>2 NA             </a:t>
            </a:r>
          </a:p>
          <a:p>
            <a:r>
              <a:rPr lang="en-US" dirty="0"/>
              <a:t>3 Not at all     </a:t>
            </a:r>
          </a:p>
          <a:p>
            <a:r>
              <a:rPr lang="en-US" dirty="0"/>
              <a:t>4 Moderate       </a:t>
            </a:r>
          </a:p>
          <a:p>
            <a:r>
              <a:rPr lang="en-US" dirty="0"/>
              <a:t>5 High           </a:t>
            </a:r>
          </a:p>
          <a:p>
            <a:r>
              <a:rPr lang="en-US" dirty="0"/>
              <a:t>6 Low            </a:t>
            </a:r>
          </a:p>
          <a:p>
            <a:r>
              <a:rPr lang="en-US" dirty="0"/>
              <a:t>7 Very High </a:t>
            </a:r>
          </a:p>
        </p:txBody>
      </p:sp>
    </p:spTree>
    <p:extLst>
      <p:ext uri="{BB962C8B-B14F-4D97-AF65-F5344CB8AC3E}">
        <p14:creationId xmlns:p14="http://schemas.microsoft.com/office/powerpoint/2010/main" val="334087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4A25B8-2190-68B5-79D7-500E1E40D5A0}"/>
              </a:ext>
            </a:extLst>
          </p:cNvPr>
          <p:cNvSpPr txBox="1"/>
          <p:nvPr/>
        </p:nvSpPr>
        <p:spPr>
          <a:xfrm>
            <a:off x="109382" y="151179"/>
            <a:ext cx="1139588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$appetite</a:t>
            </a:r>
          </a:p>
          <a:p>
            <a:r>
              <a:rPr lang="en-US" sz="1200" dirty="0"/>
              <a:t>[1] "low"        "very low"   "moderate"   NA           "high"       "very high"  "not at all"</a:t>
            </a:r>
          </a:p>
          <a:p>
            <a:endParaRPr lang="en-US" sz="1200" dirty="0"/>
          </a:p>
          <a:p>
            <a:r>
              <a:rPr lang="en-US" sz="1200" dirty="0"/>
              <a:t>$</a:t>
            </a:r>
            <a:r>
              <a:rPr lang="en-US" sz="1200" dirty="0" err="1"/>
              <a:t>exerciselevel</a:t>
            </a:r>
            <a:endParaRPr lang="en-US" sz="1200" dirty="0"/>
          </a:p>
          <a:p>
            <a:r>
              <a:rPr lang="en-US" sz="1200" dirty="0"/>
              <a:t>[1] "low"        "very low"   "moderate"   NA           "high"       "very high"  "not at all”</a:t>
            </a:r>
          </a:p>
          <a:p>
            <a:endParaRPr lang="en-US" sz="1200" dirty="0"/>
          </a:p>
          <a:p>
            <a:r>
              <a:rPr lang="en-US" sz="1200" dirty="0"/>
              <a:t>headaches</a:t>
            </a:r>
          </a:p>
          <a:p>
            <a:r>
              <a:rPr lang="en-US" sz="1200" dirty="0"/>
              <a:t> [1] "high"            "very high"       "very low/little" NA                "moderate"        "not at all"      "low"             "2"               "5"               "3"           "4"              </a:t>
            </a:r>
          </a:p>
          <a:p>
            <a:endParaRPr lang="en-US" sz="1200" dirty="0"/>
          </a:p>
          <a:p>
            <a:r>
              <a:rPr lang="en-US" sz="1200" dirty="0"/>
              <a:t>$cramps</a:t>
            </a:r>
          </a:p>
          <a:p>
            <a:r>
              <a:rPr lang="en-US" sz="1200" dirty="0"/>
              <a:t>[1] "very low/little" NA                "moderate"        "high"            "not at all"      "low"             "very high"      </a:t>
            </a:r>
          </a:p>
          <a:p>
            <a:endParaRPr lang="en-US" sz="1200" dirty="0"/>
          </a:p>
          <a:p>
            <a:r>
              <a:rPr lang="en-US" sz="1200" dirty="0"/>
              <a:t>$</a:t>
            </a:r>
            <a:r>
              <a:rPr lang="en-US" sz="1200" dirty="0" err="1"/>
              <a:t>sorebreasts</a:t>
            </a:r>
            <a:endParaRPr lang="en-US" sz="1200" dirty="0"/>
          </a:p>
          <a:p>
            <a:r>
              <a:rPr lang="en-US" sz="1200" dirty="0"/>
              <a:t>[1] "very low/little" NA                "low"             "moderate"        "not at all"      "high"            "very high"      </a:t>
            </a:r>
          </a:p>
          <a:p>
            <a:endParaRPr lang="en-US" sz="1200" dirty="0"/>
          </a:p>
          <a:p>
            <a:r>
              <a:rPr lang="en-US" sz="1200" dirty="0"/>
              <a:t>$fatigue</a:t>
            </a:r>
          </a:p>
          <a:p>
            <a:r>
              <a:rPr lang="en-US" sz="1200" dirty="0"/>
              <a:t>[1] “high”            “very high”       “moderate”        “low”             “very low/little”</a:t>
            </a:r>
            <a:r>
              <a:rPr lang="zh-CN" altLang="en-US" sz="1200" dirty="0"/>
              <a:t>  </a:t>
            </a:r>
            <a:r>
              <a:rPr lang="en-US" sz="1200" dirty="0"/>
              <a:t> NA                "not at all"     </a:t>
            </a:r>
          </a:p>
          <a:p>
            <a:endParaRPr lang="en-US" sz="1200" dirty="0"/>
          </a:p>
          <a:p>
            <a:r>
              <a:rPr lang="en-US" sz="1200" dirty="0"/>
              <a:t>$</a:t>
            </a:r>
            <a:r>
              <a:rPr lang="en-US" sz="1200" dirty="0" err="1"/>
              <a:t>sleepissue</a:t>
            </a:r>
            <a:endParaRPr lang="en-US" sz="1200" dirty="0"/>
          </a:p>
          <a:p>
            <a:r>
              <a:rPr lang="en-US" sz="1200" dirty="0"/>
              <a:t>[1] “low”             “very high”       “high”            “moderate”        “very low/little”</a:t>
            </a:r>
            <a:r>
              <a:rPr lang="zh-CN" altLang="en-US" sz="1200" dirty="0"/>
              <a:t>  </a:t>
            </a:r>
            <a:r>
              <a:rPr lang="en-US" sz="1200" dirty="0"/>
              <a:t> NA                "not at all"     </a:t>
            </a:r>
          </a:p>
          <a:p>
            <a:endParaRPr lang="en-US" sz="1200" dirty="0"/>
          </a:p>
          <a:p>
            <a:r>
              <a:rPr lang="en-US" sz="1200" dirty="0"/>
              <a:t>$</a:t>
            </a:r>
            <a:r>
              <a:rPr lang="en-US" sz="1200" dirty="0" err="1"/>
              <a:t>moodswing</a:t>
            </a:r>
            <a:endParaRPr lang="en-US" sz="1200" dirty="0"/>
          </a:p>
          <a:p>
            <a:r>
              <a:rPr lang="en-US" sz="1200" dirty="0"/>
              <a:t>[1] "very low/little" "low"             NA                "not at all"      "moderate"       "high"            "very high"      </a:t>
            </a:r>
          </a:p>
          <a:p>
            <a:endParaRPr lang="en-US" sz="1200" dirty="0"/>
          </a:p>
          <a:p>
            <a:r>
              <a:rPr lang="en-US" sz="1200" dirty="0"/>
              <a:t>$stress</a:t>
            </a:r>
          </a:p>
          <a:p>
            <a:r>
              <a:rPr lang="en-US" sz="1200" dirty="0"/>
              <a:t> [1] "moderate"        "low"             "very low/little" NA                "high"            "very high"       "not at all"      "2"               "3"               "1"              </a:t>
            </a:r>
          </a:p>
          <a:p>
            <a:endParaRPr lang="en-US" sz="1200" dirty="0"/>
          </a:p>
          <a:p>
            <a:r>
              <a:rPr lang="en-US" sz="1200" dirty="0"/>
              <a:t>$</a:t>
            </a:r>
            <a:r>
              <a:rPr lang="en-US" sz="1200" dirty="0" err="1"/>
              <a:t>foodcravings</a:t>
            </a:r>
            <a:endParaRPr lang="en-US" sz="1200" dirty="0"/>
          </a:p>
          <a:p>
            <a:r>
              <a:rPr lang="en-US" sz="1200" dirty="0"/>
              <a:t>[1] "very low/little" NA                "low"             "not at all"      "moderate"        "high"            "very high"      </a:t>
            </a:r>
          </a:p>
          <a:p>
            <a:endParaRPr lang="en-US" sz="1200" dirty="0"/>
          </a:p>
          <a:p>
            <a:r>
              <a:rPr lang="en-US" sz="1200" dirty="0"/>
              <a:t>$indigestion</a:t>
            </a:r>
          </a:p>
          <a:p>
            <a:r>
              <a:rPr lang="en-US" sz="1200" dirty="0"/>
              <a:t>[1] "very low/little" NA                "low"             "not at all"      "moderate"       "high"            "very high"      </a:t>
            </a:r>
          </a:p>
          <a:p>
            <a:endParaRPr lang="en-US" sz="1200" dirty="0"/>
          </a:p>
          <a:p>
            <a:r>
              <a:rPr lang="en-US" sz="1200" dirty="0"/>
              <a:t>$bloating</a:t>
            </a:r>
          </a:p>
          <a:p>
            <a:r>
              <a:rPr lang="en-US" sz="1200" dirty="0"/>
              <a:t>[1] "very low/little" NA                "not at all"      "moderate"        "high"            "low"             "very high"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128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22AE8-68C2-32B1-14B1-F0BFA040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ADBEF6-A93B-D9A1-AA31-65C6D0DCCFFE}"/>
              </a:ext>
            </a:extLst>
          </p:cNvPr>
          <p:cNvSpPr txBox="1"/>
          <p:nvPr/>
        </p:nvSpPr>
        <p:spPr>
          <a:xfrm>
            <a:off x="122829" y="0"/>
            <a:ext cx="1139588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$</a:t>
            </a:r>
            <a:r>
              <a:rPr lang="en-US" sz="1100" dirty="0" err="1"/>
              <a:t>flow_volume</a:t>
            </a:r>
            <a:endParaRPr lang="en-US" sz="1100" dirty="0"/>
          </a:p>
          <a:p>
            <a:r>
              <a:rPr lang="en-US" sz="1100" dirty="0"/>
              <a:t>[1] "not at all"            NA                      "very heavy"            "somewhat heavy"        "moderate"              "light"                 "spotting / very light" "heavy"               [9] "somewhat light"       </a:t>
            </a:r>
          </a:p>
          <a:p>
            <a:endParaRPr lang="en-US" sz="1100" dirty="0"/>
          </a:p>
          <a:p>
            <a:r>
              <a:rPr lang="en-US" sz="1100" dirty="0"/>
              <a:t>$</a:t>
            </a:r>
            <a:r>
              <a:rPr lang="en-US" sz="1100" dirty="0" err="1"/>
              <a:t>flow_color</a:t>
            </a:r>
            <a:endParaRPr lang="en-US" sz="1100" dirty="0"/>
          </a:p>
          <a:p>
            <a:r>
              <a:rPr lang="en-US" sz="1100" dirty="0"/>
              <a:t> [1] “not at all”            NA                      “bright red”            “dark brown / dark red”</a:t>
            </a:r>
            <a:r>
              <a:rPr lang="zh-CN" altLang="en-US" sz="1100" dirty="0"/>
              <a:t> </a:t>
            </a:r>
            <a:r>
              <a:rPr lang="en-US" sz="1100" dirty="0"/>
              <a:t> [5] "other"                 "pink"                  "grey"                  "black"            [9] "orange"                "yellow"               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5703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98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942B573-2B35-CB83-25B2-3976E137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03C728-AD6E-19D3-5490-BC8A231C32FC}"/>
              </a:ext>
            </a:extLst>
          </p:cNvPr>
          <p:cNvSpPr txBox="1"/>
          <p:nvPr/>
        </p:nvSpPr>
        <p:spPr>
          <a:xfrm>
            <a:off x="5842000" y="1882339"/>
            <a:ext cx="330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fatigue_score</a:t>
            </a:r>
            <a:r>
              <a:rPr lang="en-US" dirty="0"/>
              <a:t>     n</a:t>
            </a:r>
          </a:p>
          <a:p>
            <a:r>
              <a:rPr lang="en-US" dirty="0"/>
              <a:t>          &lt;</a:t>
            </a:r>
            <a:r>
              <a:rPr lang="en-US" dirty="0" err="1"/>
              <a:t>dbl</a:t>
            </a:r>
            <a:r>
              <a:rPr lang="en-US" dirty="0"/>
              <a:t>&gt; &lt;int&gt;</a:t>
            </a:r>
          </a:p>
          <a:p>
            <a:r>
              <a:rPr lang="en-US" dirty="0"/>
              <a:t>1             0   444</a:t>
            </a:r>
          </a:p>
          <a:p>
            <a:r>
              <a:rPr lang="en-US" dirty="0"/>
              <a:t>2             1   473</a:t>
            </a:r>
          </a:p>
          <a:p>
            <a:r>
              <a:rPr lang="en-US" dirty="0"/>
              <a:t>3             2   552</a:t>
            </a:r>
          </a:p>
          <a:p>
            <a:r>
              <a:rPr lang="en-US" dirty="0"/>
              <a:t>4             3   936</a:t>
            </a:r>
          </a:p>
          <a:p>
            <a:r>
              <a:rPr lang="en-US" dirty="0"/>
              <a:t>5             4   685</a:t>
            </a:r>
          </a:p>
          <a:p>
            <a:r>
              <a:rPr lang="en-US" dirty="0"/>
              <a:t>6             5   241</a:t>
            </a:r>
          </a:p>
          <a:p>
            <a:r>
              <a:rPr lang="en-US" dirty="0"/>
              <a:t>7            NA  2328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5D62B-B354-3AE6-6FF0-F37AC41C350B}"/>
              </a:ext>
            </a:extLst>
          </p:cNvPr>
          <p:cNvSpPr txBox="1"/>
          <p:nvPr/>
        </p:nvSpPr>
        <p:spPr>
          <a:xfrm>
            <a:off x="3048000" y="1743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headaches_score</a:t>
            </a:r>
            <a:r>
              <a:rPr lang="en-US" dirty="0"/>
              <a:t>     n</a:t>
            </a:r>
          </a:p>
          <a:p>
            <a:r>
              <a:rPr lang="en-US" dirty="0"/>
              <a:t>            &lt;</a:t>
            </a:r>
            <a:r>
              <a:rPr lang="en-US" dirty="0" err="1"/>
              <a:t>dbl</a:t>
            </a:r>
            <a:r>
              <a:rPr lang="en-US" dirty="0"/>
              <a:t>&gt; &lt;int&gt;</a:t>
            </a:r>
          </a:p>
          <a:p>
            <a:r>
              <a:rPr lang="en-US" dirty="0"/>
              <a:t>1               0  1088</a:t>
            </a:r>
          </a:p>
          <a:p>
            <a:r>
              <a:rPr lang="en-US" dirty="0"/>
              <a:t>2               1   886</a:t>
            </a:r>
          </a:p>
          <a:p>
            <a:r>
              <a:rPr lang="en-US" dirty="0"/>
              <a:t>3               2   504</a:t>
            </a:r>
          </a:p>
          <a:p>
            <a:r>
              <a:rPr lang="en-US" dirty="0"/>
              <a:t>4               3   502</a:t>
            </a:r>
          </a:p>
          <a:p>
            <a:r>
              <a:rPr lang="en-US" dirty="0"/>
              <a:t>5               4   254</a:t>
            </a:r>
          </a:p>
          <a:p>
            <a:r>
              <a:rPr lang="en-US" dirty="0"/>
              <a:t>6               5    86</a:t>
            </a:r>
          </a:p>
          <a:p>
            <a:r>
              <a:rPr lang="en-US" dirty="0"/>
              <a:t>7              NA  2339</a:t>
            </a:r>
          </a:p>
          <a:p>
            <a:r>
              <a:rPr lang="en-US" dirty="0"/>
              <a:t>&gt;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37826A-41FF-9F35-BAE3-CE39BDB8B7BF}"/>
              </a:ext>
            </a:extLst>
          </p:cNvPr>
          <p:cNvSpPr txBox="1"/>
          <p:nvPr/>
        </p:nvSpPr>
        <p:spPr>
          <a:xfrm>
            <a:off x="838200" y="185732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moodswing_score</a:t>
            </a:r>
            <a:r>
              <a:rPr lang="en-US" dirty="0"/>
              <a:t>     n</a:t>
            </a:r>
          </a:p>
          <a:p>
            <a:r>
              <a:rPr lang="en-US" dirty="0"/>
              <a:t>            &lt;</a:t>
            </a:r>
            <a:r>
              <a:rPr lang="en-US" dirty="0" err="1"/>
              <a:t>dbl</a:t>
            </a:r>
            <a:r>
              <a:rPr lang="en-US" dirty="0"/>
              <a:t>&gt; &lt;int&gt;</a:t>
            </a:r>
          </a:p>
          <a:p>
            <a:r>
              <a:rPr lang="en-US" dirty="0"/>
              <a:t>1               0  1032</a:t>
            </a:r>
          </a:p>
          <a:p>
            <a:r>
              <a:rPr lang="en-US" dirty="0"/>
              <a:t>2               1   780</a:t>
            </a:r>
          </a:p>
          <a:p>
            <a:r>
              <a:rPr lang="en-US" dirty="0"/>
              <a:t>3               2   544</a:t>
            </a:r>
          </a:p>
          <a:p>
            <a:r>
              <a:rPr lang="en-US" dirty="0"/>
              <a:t>4               3   612</a:t>
            </a:r>
          </a:p>
          <a:p>
            <a:r>
              <a:rPr lang="en-US" dirty="0"/>
              <a:t>5               4   268</a:t>
            </a:r>
          </a:p>
          <a:p>
            <a:r>
              <a:rPr lang="en-US" dirty="0"/>
              <a:t>6               5    84</a:t>
            </a:r>
          </a:p>
          <a:p>
            <a:r>
              <a:rPr lang="en-US" dirty="0"/>
              <a:t>7              NA  2339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1F8351-634E-BD3B-F110-F91830B4FEC4}"/>
              </a:ext>
            </a:extLst>
          </p:cNvPr>
          <p:cNvSpPr txBox="1"/>
          <p:nvPr/>
        </p:nvSpPr>
        <p:spPr>
          <a:xfrm>
            <a:off x="736600" y="427267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appetite_score</a:t>
            </a:r>
            <a:r>
              <a:rPr lang="en-US" dirty="0"/>
              <a:t>     n</a:t>
            </a:r>
          </a:p>
          <a:p>
            <a:r>
              <a:rPr lang="en-US" dirty="0"/>
              <a:t>           &lt;</a:t>
            </a:r>
            <a:r>
              <a:rPr lang="en-US" dirty="0" err="1"/>
              <a:t>dbl</a:t>
            </a:r>
            <a:r>
              <a:rPr lang="en-US" dirty="0"/>
              <a:t>&gt; &lt;int&gt;</a:t>
            </a:r>
          </a:p>
          <a:p>
            <a:r>
              <a:rPr lang="en-US" dirty="0"/>
              <a:t>1              0     4</a:t>
            </a:r>
          </a:p>
          <a:p>
            <a:r>
              <a:rPr lang="en-US" dirty="0"/>
              <a:t>2              1   151</a:t>
            </a:r>
          </a:p>
          <a:p>
            <a:r>
              <a:rPr lang="en-US" dirty="0"/>
              <a:t>3              2   758</a:t>
            </a:r>
          </a:p>
          <a:p>
            <a:r>
              <a:rPr lang="en-US" dirty="0"/>
              <a:t>4              3  1748</a:t>
            </a:r>
          </a:p>
          <a:p>
            <a:r>
              <a:rPr lang="en-US" dirty="0"/>
              <a:t>5              4   580</a:t>
            </a:r>
          </a:p>
          <a:p>
            <a:r>
              <a:rPr lang="en-US" dirty="0"/>
              <a:t>6              5    89</a:t>
            </a:r>
          </a:p>
          <a:p>
            <a:r>
              <a:rPr lang="en-US" dirty="0"/>
              <a:t>7             NA  2329</a:t>
            </a:r>
          </a:p>
        </p:txBody>
      </p:sp>
    </p:spTree>
    <p:extLst>
      <p:ext uri="{BB962C8B-B14F-4D97-AF65-F5344CB8AC3E}">
        <p14:creationId xmlns:p14="http://schemas.microsoft.com/office/powerpoint/2010/main" val="415945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F1197-A392-48CC-C679-49E17994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ANU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377D88-7686-2955-387B-BED7915D2E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CN" dirty="0"/>
                  <a:t>hormone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data:</a:t>
                </a:r>
                <a:r>
                  <a:rPr lang="zh-CN" altLang="en-US" dirty="0"/>
                  <a:t> </a:t>
                </a:r>
                <a:r>
                  <a:rPr lang="en-US" altLang="zh-CN" dirty="0" err="1"/>
                  <a:t>xxx_num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ym typeface="Wingdings" pitchFamily="2" charset="2"/>
                  </a:rPr>
                  <a:t>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 err="1">
                    <a:sym typeface="Wingdings" pitchFamily="2" charset="2"/>
                  </a:rPr>
                  <a:t>xxx_score</a:t>
                </a:r>
                <a:r>
                  <a:rPr lang="en-US" altLang="zh-CN" dirty="0">
                    <a:sym typeface="Wingdings" pitchFamily="2" charset="2"/>
                  </a:rPr>
                  <a:t>;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 err="1">
                    <a:sym typeface="Wingdings" pitchFamily="2" charset="2"/>
                  </a:rPr>
                  <a:t>e.g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“</a:t>
                </a:r>
                <a:r>
                  <a:rPr lang="en-US" altLang="zh-CN" dirty="0" err="1">
                    <a:sym typeface="Wingdings" pitchFamily="2" charset="2"/>
                  </a:rPr>
                  <a:t>appetite_num</a:t>
                </a:r>
                <a:r>
                  <a:rPr lang="en-US" altLang="zh-CN" dirty="0">
                    <a:sym typeface="Wingdings" pitchFamily="2" charset="2"/>
                  </a:rPr>
                  <a:t>”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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“</a:t>
                </a:r>
                <a:r>
                  <a:rPr lang="en-US" altLang="zh-CN" dirty="0" err="1">
                    <a:sym typeface="Wingdings" pitchFamily="2" charset="2"/>
                  </a:rPr>
                  <a:t>appetite_score</a:t>
                </a:r>
                <a:r>
                  <a:rPr lang="en-US" altLang="zh-CN" dirty="0">
                    <a:sym typeface="Wingdings" pitchFamily="2" charset="2"/>
                  </a:rPr>
                  <a:t>”</a:t>
                </a:r>
              </a:p>
              <a:p>
                <a:r>
                  <a:rPr lang="en-US" altLang="zh-CN" dirty="0">
                    <a:sym typeface="Wingdings" pitchFamily="2" charset="2"/>
                  </a:rPr>
                  <a:t>did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NOT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remove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the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individual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w/o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phase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to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keep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as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much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as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raw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data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for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other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people’s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analyses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(I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deleted</a:t>
                </a:r>
                <a:r>
                  <a:rPr lang="zh-CN" altLang="en-US" dirty="0">
                    <a:sym typeface="Wingdings" pitchFamily="2" charset="2"/>
                  </a:rPr>
                  <a:t> </a:t>
                </a:r>
                <a:r>
                  <a:rPr lang="en-US" altLang="zh-CN" dirty="0">
                    <a:sym typeface="Wingdings" pitchFamily="2" charset="2"/>
                  </a:rPr>
                  <a:t># Remove individuals with no phase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ym typeface="Wingdings" pitchFamily="2" charset="2"/>
                  </a:rPr>
                  <a:t> filter(!</a:t>
                </a:r>
                <a:r>
                  <a:rPr lang="en-US" altLang="zh-CN" dirty="0" err="1">
                    <a:sym typeface="Wingdings" pitchFamily="2" charset="2"/>
                  </a:rPr>
                  <a:t>is.na</a:t>
                </a:r>
                <a:r>
                  <a:rPr lang="en-US" altLang="zh-CN" dirty="0">
                    <a:sym typeface="Wingdings" pitchFamily="2" charset="2"/>
                  </a:rPr>
                  <a:t>(phase))</a:t>
                </a:r>
              </a:p>
              <a:p>
                <a:r>
                  <a:rPr lang="en-US" altLang="zh-CN" dirty="0"/>
                  <a:t>when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merging</a:t>
                </a:r>
                <a:r>
                  <a:rPr lang="zh-CN" altLang="en-US" dirty="0"/>
                  <a:t> </a:t>
                </a:r>
                <a:r>
                  <a:rPr lang="en-US" altLang="zh-CN" dirty="0" err="1"/>
                  <a:t>exercise_daily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data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with</a:t>
                </a:r>
                <a:r>
                  <a:rPr lang="zh-CN" altLang="en-US" dirty="0"/>
                  <a:t> </a:t>
                </a:r>
                <a:r>
                  <a:rPr lang="en-US" altLang="zh-CN" dirty="0" err="1"/>
                  <a:t>hormone_symptmos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Replace NA with 0 for days without exercise.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rationale: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NA might be 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subject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 wear the device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not exercising, I think it‘s better to remove them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during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analyses. Converting to 0 might cause very biased (right skewed) data/results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377D88-7686-2955-387B-BED7915D2E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907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025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2A8F-02F7-D880-4753-D4B250E4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KHUE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790D0-52EA-6716-857E-8499585DC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538480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Changed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overall_score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sleep.csv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sleep_score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 err="1"/>
              <a:t>distiguish</a:t>
            </a:r>
            <a:r>
              <a:rPr lang="zh-CN" altLang="en-US" dirty="0"/>
              <a:t> </a:t>
            </a:r>
            <a:r>
              <a:rPr lang="en-US" altLang="zh-CN" dirty="0"/>
              <a:t>sleep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stress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</a:p>
          <a:p>
            <a:endParaRPr lang="en-US" altLang="zh-CN" dirty="0"/>
          </a:p>
          <a:p>
            <a:r>
              <a:rPr lang="en-US" altLang="zh-CN" dirty="0"/>
              <a:t>Changed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inner_join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full_join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keep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days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sleep_score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stress_score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records</a:t>
            </a:r>
          </a:p>
          <a:p>
            <a:pPr marL="0" indent="0">
              <a:buNone/>
            </a:pPr>
            <a:r>
              <a:rPr lang="en-US" altLang="zh-CN" dirty="0"/>
              <a:t>(changed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sleep_stress_score</a:t>
            </a:r>
            <a:r>
              <a:rPr lang="en-US" altLang="zh-CN" dirty="0"/>
              <a:t> &lt;- </a:t>
            </a:r>
            <a:r>
              <a:rPr lang="en-US" altLang="zh-CN" b="1" dirty="0" err="1"/>
              <a:t>inner_join</a:t>
            </a:r>
            <a:r>
              <a:rPr lang="en-US" altLang="zh-CN" dirty="0"/>
              <a:t>(</a:t>
            </a:r>
            <a:r>
              <a:rPr lang="en-US" altLang="zh-CN" dirty="0" err="1"/>
              <a:t>sleep_score</a:t>
            </a:r>
            <a:r>
              <a:rPr lang="en-US" altLang="zh-CN" dirty="0"/>
              <a:t>, </a:t>
            </a:r>
            <a:r>
              <a:rPr lang="en-US" altLang="zh-CN" dirty="0" err="1"/>
              <a:t>stress_score</a:t>
            </a:r>
            <a:r>
              <a:rPr lang="en-US" altLang="zh-CN" dirty="0"/>
              <a:t>, </a:t>
            </a:r>
            <a:r>
              <a:rPr lang="en-US" altLang="zh-CN" dirty="0" err="1"/>
              <a:t>join_by</a:t>
            </a:r>
            <a:r>
              <a:rPr lang="en-US" altLang="zh-CN" dirty="0"/>
              <a:t>("id", "</a:t>
            </a:r>
            <a:r>
              <a:rPr lang="en-US" altLang="zh-CN" dirty="0" err="1"/>
              <a:t>study_interval</a:t>
            </a:r>
            <a:r>
              <a:rPr lang="en-US" altLang="zh-CN" dirty="0"/>
              <a:t>", "</a:t>
            </a:r>
            <a:r>
              <a:rPr lang="en-US" altLang="zh-CN" dirty="0" err="1"/>
              <a:t>day_in_study</a:t>
            </a:r>
            <a:r>
              <a:rPr lang="en-US" altLang="zh-CN" dirty="0"/>
              <a:t>"))`)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removed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rows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missing</a:t>
            </a:r>
            <a:r>
              <a:rPr lang="zh-CN" altLang="en-US" dirty="0"/>
              <a:t> </a:t>
            </a:r>
            <a:r>
              <a:rPr lang="en-US" altLang="zh-CN" dirty="0"/>
              <a:t>values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interested</a:t>
            </a:r>
            <a:r>
              <a:rPr lang="zh-CN" altLang="en-US" dirty="0"/>
              <a:t> </a:t>
            </a:r>
            <a:r>
              <a:rPr lang="en-US" altLang="zh-CN" dirty="0"/>
              <a:t>variables</a:t>
            </a:r>
            <a:r>
              <a:rPr lang="zh-CN" altLang="en-US" dirty="0"/>
              <a:t> </a:t>
            </a:r>
            <a:r>
              <a:rPr lang="en-US" altLang="zh-CN" dirty="0"/>
              <a:t>(use</a:t>
            </a:r>
            <a:r>
              <a:rPr lang="zh-CN" altLang="en-US" dirty="0"/>
              <a:t> </a:t>
            </a:r>
            <a:r>
              <a:rPr lang="en-US" altLang="zh-CN" dirty="0"/>
              <a:t>`filter(</a:t>
            </a:r>
            <a:r>
              <a:rPr lang="en-US" altLang="zh-CN" dirty="0" err="1"/>
              <a:t>is.na</a:t>
            </a:r>
            <a:r>
              <a:rPr lang="en-US" altLang="zh-CN" dirty="0"/>
              <a:t>())`),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maybe</a:t>
            </a:r>
            <a:r>
              <a:rPr lang="zh-CN" altLang="en-US" dirty="0"/>
              <a:t> </a:t>
            </a:r>
            <a:r>
              <a:rPr lang="en-US" altLang="zh-CN" dirty="0"/>
              <a:t>include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justification</a:t>
            </a:r>
            <a:r>
              <a:rPr lang="zh-CN" altLang="en-US" dirty="0"/>
              <a:t> </a:t>
            </a:r>
            <a:r>
              <a:rPr lang="en-US" altLang="zh-CN" dirty="0"/>
              <a:t>(e.g.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points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before</a:t>
            </a:r>
            <a:r>
              <a:rPr lang="zh-CN" altLang="en-US" dirty="0"/>
              <a:t> </a:t>
            </a:r>
            <a:r>
              <a:rPr lang="en-US" altLang="zh-CN" dirty="0"/>
              <a:t>removing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after</a:t>
            </a:r>
            <a:r>
              <a:rPr lang="zh-CN" altLang="en-US" dirty="0"/>
              <a:t> </a:t>
            </a:r>
            <a:r>
              <a:rPr lang="en-US" altLang="zh-CN" dirty="0"/>
              <a:t>removing</a:t>
            </a:r>
            <a:r>
              <a:rPr lang="zh-CN" altLang="en-US" dirty="0"/>
              <a:t> </a:t>
            </a:r>
            <a:r>
              <a:rPr lang="en-US" altLang="zh-CN" dirty="0"/>
              <a:t>them,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points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complete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removing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rows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missing</a:t>
            </a:r>
            <a:r>
              <a:rPr lang="zh-CN" altLang="en-US" dirty="0"/>
              <a:t> </a:t>
            </a:r>
            <a:r>
              <a:rPr lang="en-US" altLang="zh-CN" dirty="0"/>
              <a:t>values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fine.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Removed duplicates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sleep_score</a:t>
            </a:r>
            <a:r>
              <a:rPr lang="en-US" altLang="zh-CN" dirty="0"/>
              <a:t>` by</a:t>
            </a:r>
            <a:r>
              <a:rPr lang="zh-CN" altLang="en-US" dirty="0"/>
              <a:t> </a:t>
            </a:r>
            <a:r>
              <a:rPr lang="en-US" altLang="zh-CN" dirty="0"/>
              <a:t>keeping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max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(the</a:t>
            </a:r>
            <a:r>
              <a:rPr lang="zh-CN" altLang="en-US" dirty="0"/>
              <a:t> </a:t>
            </a:r>
            <a:r>
              <a:rPr lang="en-US" altLang="zh-CN" dirty="0"/>
              <a:t>lower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might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technical</a:t>
            </a:r>
            <a:r>
              <a:rPr lang="zh-CN" altLang="en-US" dirty="0"/>
              <a:t> </a:t>
            </a:r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recording).</a:t>
            </a:r>
          </a:p>
          <a:p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r>
              <a:rPr lang="zh-CN" altLang="en-US" dirty="0"/>
              <a:t> </a:t>
            </a:r>
            <a:r>
              <a:rPr lang="en-US" altLang="zh-CN" dirty="0" err="1"/>
              <a:t>regaring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sleep.csv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😵‍💫</a:t>
            </a:r>
          </a:p>
        </p:txBody>
      </p:sp>
    </p:spTree>
    <p:extLst>
      <p:ext uri="{BB962C8B-B14F-4D97-AF65-F5344CB8AC3E}">
        <p14:creationId xmlns:p14="http://schemas.microsoft.com/office/powerpoint/2010/main" val="34916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9BFE-4E3D-995B-0B03-2D230FD2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EMILY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827B-6A55-938A-68BA-BA784CC8A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411288"/>
            <a:ext cx="4445000" cy="3148012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Merged</a:t>
            </a:r>
            <a:r>
              <a:rPr lang="zh-CN" altLang="en-US" sz="2000" dirty="0"/>
              <a:t> </a:t>
            </a:r>
            <a:r>
              <a:rPr lang="en-US" altLang="zh-CN" sz="2000" dirty="0" err="1"/>
              <a:t>dataframe</a:t>
            </a:r>
            <a:r>
              <a:rPr lang="zh-CN" altLang="en-US" sz="2000" dirty="0"/>
              <a:t> </a:t>
            </a:r>
            <a:r>
              <a:rPr lang="en-US" altLang="zh-CN" sz="2000" dirty="0"/>
              <a:t>called</a:t>
            </a:r>
            <a:r>
              <a:rPr lang="zh-CN" altLang="en-US" sz="2000" dirty="0"/>
              <a:t> </a:t>
            </a:r>
            <a:r>
              <a:rPr lang="en-US" altLang="zh-CN" sz="2000" dirty="0"/>
              <a:t>`</a:t>
            </a:r>
            <a:r>
              <a:rPr lang="en-US" altLang="zh-CN" sz="2000" dirty="0" err="1"/>
              <a:t>all_daily_data</a:t>
            </a:r>
            <a:r>
              <a:rPr lang="en-US" altLang="zh-CN" sz="2000" dirty="0"/>
              <a:t>`</a:t>
            </a:r>
          </a:p>
          <a:p>
            <a:pPr lvl="1"/>
            <a:r>
              <a:rPr lang="en-US" altLang="zh-CN" sz="1800" dirty="0"/>
              <a:t>Used</a:t>
            </a:r>
            <a:r>
              <a:rPr lang="zh-CN" altLang="en-US" sz="1800" dirty="0"/>
              <a:t> </a:t>
            </a:r>
            <a:r>
              <a:rPr lang="en-US" altLang="zh-CN" sz="1800" dirty="0"/>
              <a:t>`</a:t>
            </a:r>
            <a:r>
              <a:rPr lang="en-US" altLang="zh-CN" sz="1800" dirty="0" err="1"/>
              <a:t>hormone_symptoms</a:t>
            </a:r>
            <a:r>
              <a:rPr lang="en-US" altLang="zh-CN" sz="1800" dirty="0"/>
              <a:t>`</a:t>
            </a:r>
            <a:r>
              <a:rPr lang="zh-CN" altLang="en-US" sz="1800" dirty="0"/>
              <a:t> </a:t>
            </a:r>
            <a:r>
              <a:rPr lang="en-US" altLang="zh-CN" sz="1800" dirty="0"/>
              <a:t>as</a:t>
            </a:r>
            <a:r>
              <a:rPr lang="zh-CN" altLang="en-US" sz="1800" dirty="0"/>
              <a:t> </a:t>
            </a:r>
            <a:r>
              <a:rPr lang="en-US" altLang="zh-CN" sz="1800" dirty="0"/>
              <a:t>the</a:t>
            </a:r>
            <a:r>
              <a:rPr lang="zh-CN" altLang="en-US" sz="1800" dirty="0"/>
              <a:t> </a:t>
            </a:r>
            <a:r>
              <a:rPr lang="en-US" altLang="zh-CN" sz="1800" dirty="0"/>
              <a:t>anchor</a:t>
            </a:r>
            <a:r>
              <a:rPr lang="zh-CN" altLang="en-US" sz="1800" dirty="0"/>
              <a:t> </a:t>
            </a:r>
            <a:r>
              <a:rPr lang="en-US" altLang="zh-CN" sz="1800" dirty="0" err="1"/>
              <a:t>df</a:t>
            </a:r>
            <a:r>
              <a:rPr lang="en-US" altLang="zh-CN" sz="1800" dirty="0"/>
              <a:t>,</a:t>
            </a:r>
            <a:r>
              <a:rPr lang="zh-CN" altLang="en-US" sz="1800" dirty="0"/>
              <a:t> </a:t>
            </a:r>
            <a:r>
              <a:rPr lang="en-US" altLang="zh-CN" sz="1800" dirty="0"/>
              <a:t>since</a:t>
            </a:r>
            <a:r>
              <a:rPr lang="zh-CN" altLang="en-US" sz="1800" dirty="0"/>
              <a:t> </a:t>
            </a:r>
            <a:r>
              <a:rPr lang="en-US" altLang="zh-CN" sz="1800" dirty="0"/>
              <a:t>you</a:t>
            </a:r>
            <a:r>
              <a:rPr lang="zh-CN" altLang="en-US" sz="1800" dirty="0"/>
              <a:t> </a:t>
            </a:r>
            <a:r>
              <a:rPr lang="en-US" altLang="zh-CN" sz="1800" dirty="0"/>
              <a:t>are</a:t>
            </a:r>
            <a:r>
              <a:rPr lang="zh-CN" altLang="en-US" sz="1800" dirty="0"/>
              <a:t> </a:t>
            </a:r>
            <a:r>
              <a:rPr lang="en-US" altLang="zh-CN" sz="1800" dirty="0"/>
              <a:t>going</a:t>
            </a:r>
            <a:r>
              <a:rPr lang="zh-CN" altLang="en-US" sz="1800" dirty="0"/>
              <a:t> </a:t>
            </a:r>
            <a:r>
              <a:rPr lang="en-US" altLang="zh-CN" sz="1800" dirty="0"/>
              <a:t>to</a:t>
            </a:r>
            <a:r>
              <a:rPr lang="zh-CN" altLang="en-US" sz="1800" dirty="0"/>
              <a:t> </a:t>
            </a:r>
            <a:r>
              <a:rPr lang="en-US" altLang="zh-CN" sz="1800" dirty="0"/>
              <a:t>treat</a:t>
            </a:r>
            <a:r>
              <a:rPr lang="zh-CN" altLang="en-US" sz="1800" dirty="0"/>
              <a:t> </a:t>
            </a:r>
            <a:r>
              <a:rPr lang="en-US" altLang="zh-CN" sz="1800" dirty="0"/>
              <a:t>them</a:t>
            </a:r>
            <a:r>
              <a:rPr lang="zh-CN" altLang="en-US" sz="1800" dirty="0"/>
              <a:t> </a:t>
            </a:r>
            <a:r>
              <a:rPr lang="en-US" altLang="zh-CN" sz="1800" dirty="0"/>
              <a:t>as</a:t>
            </a:r>
            <a:r>
              <a:rPr lang="zh-CN" altLang="en-US" sz="1800" dirty="0"/>
              <a:t> </a:t>
            </a:r>
            <a:r>
              <a:rPr lang="en-US" altLang="zh-CN" sz="1800" dirty="0"/>
              <a:t>outcome</a:t>
            </a:r>
            <a:r>
              <a:rPr lang="zh-CN" altLang="en-US" sz="1800" dirty="0"/>
              <a:t> </a:t>
            </a:r>
            <a:r>
              <a:rPr lang="en-US" altLang="zh-CN" sz="1800" dirty="0"/>
              <a:t>variables.</a:t>
            </a:r>
          </a:p>
          <a:p>
            <a:pPr lvl="1"/>
            <a:r>
              <a:rPr lang="en-US" altLang="zh-CN" sz="1800" dirty="0"/>
              <a:t>Left</a:t>
            </a:r>
            <a:r>
              <a:rPr lang="zh-CN" altLang="en-US" sz="1800" dirty="0"/>
              <a:t> </a:t>
            </a:r>
            <a:r>
              <a:rPr lang="en-US" altLang="zh-CN" sz="1800" dirty="0"/>
              <a:t>joined</a:t>
            </a:r>
            <a:r>
              <a:rPr lang="zh-CN" altLang="en-US" sz="1800" dirty="0"/>
              <a:t> </a:t>
            </a:r>
            <a:r>
              <a:rPr lang="en-US" altLang="zh-CN" sz="1800" dirty="0"/>
              <a:t>with</a:t>
            </a:r>
            <a:r>
              <a:rPr lang="zh-CN" altLang="en-US" sz="1800" dirty="0"/>
              <a:t> </a:t>
            </a:r>
            <a:r>
              <a:rPr lang="en-US" altLang="zh-CN" sz="1800" dirty="0"/>
              <a:t>daily</a:t>
            </a:r>
            <a:r>
              <a:rPr lang="zh-CN" altLang="en-US" sz="1800" dirty="0"/>
              <a:t> </a:t>
            </a:r>
            <a:r>
              <a:rPr lang="en-US" altLang="zh-CN" sz="1800" dirty="0"/>
              <a:t>exercise,</a:t>
            </a:r>
            <a:r>
              <a:rPr lang="zh-CN" altLang="en-US" sz="1800" dirty="0"/>
              <a:t> </a:t>
            </a:r>
            <a:r>
              <a:rPr lang="en-US" altLang="zh-CN" sz="1800" dirty="0"/>
              <a:t>sleep</a:t>
            </a:r>
            <a:r>
              <a:rPr lang="zh-CN" altLang="en-US" sz="1800" dirty="0"/>
              <a:t> </a:t>
            </a:r>
            <a:r>
              <a:rPr lang="en-US" altLang="zh-CN" sz="1800" dirty="0"/>
              <a:t>&amp;</a:t>
            </a:r>
            <a:r>
              <a:rPr lang="zh-CN" altLang="en-US" sz="1800" dirty="0"/>
              <a:t> </a:t>
            </a:r>
            <a:r>
              <a:rPr lang="en-US" altLang="zh-CN" sz="1800" dirty="0"/>
              <a:t>stress</a:t>
            </a:r>
            <a:r>
              <a:rPr lang="zh-CN" altLang="en-US" sz="1800" dirty="0"/>
              <a:t> </a:t>
            </a:r>
            <a:r>
              <a:rPr lang="en-US" altLang="zh-CN" sz="1800" dirty="0"/>
              <a:t>score</a:t>
            </a:r>
            <a:r>
              <a:rPr lang="zh-CN" altLang="en-US" sz="1800" dirty="0"/>
              <a:t> </a:t>
            </a:r>
            <a:r>
              <a:rPr lang="en-US" altLang="zh-CN" sz="1800" dirty="0"/>
              <a:t>data</a:t>
            </a:r>
          </a:p>
          <a:p>
            <a:pPr lvl="1"/>
            <a:r>
              <a:rPr lang="en-US" altLang="zh-CN" sz="1800" dirty="0"/>
              <a:t>NOT</a:t>
            </a:r>
            <a:r>
              <a:rPr lang="zh-CN" altLang="en-US" sz="1800" dirty="0"/>
              <a:t> </a:t>
            </a:r>
            <a:r>
              <a:rPr lang="en-US" altLang="zh-CN" sz="1800" dirty="0"/>
              <a:t>including</a:t>
            </a:r>
            <a:r>
              <a:rPr lang="zh-CN" altLang="en-US" sz="1800" dirty="0"/>
              <a:t> </a:t>
            </a:r>
            <a:r>
              <a:rPr lang="en-US" altLang="zh-CN" sz="1800" dirty="0"/>
              <a:t>sleep</a:t>
            </a:r>
            <a:r>
              <a:rPr lang="zh-CN" altLang="en-US" sz="1800" dirty="0"/>
              <a:t> </a:t>
            </a:r>
            <a:r>
              <a:rPr lang="en-US" altLang="zh-CN" sz="1800" dirty="0"/>
              <a:t>data</a:t>
            </a:r>
            <a:r>
              <a:rPr lang="zh-CN" altLang="en-US" sz="1800" dirty="0"/>
              <a:t> </a:t>
            </a:r>
            <a:r>
              <a:rPr lang="en-US" altLang="zh-CN" sz="1800" dirty="0"/>
              <a:t>yet</a:t>
            </a:r>
            <a:r>
              <a:rPr lang="zh-CN" altLang="en-US" sz="1800" dirty="0"/>
              <a:t> </a:t>
            </a:r>
            <a:r>
              <a:rPr lang="en-US" altLang="zh-CN" sz="1800" dirty="0"/>
              <a:t>(but</a:t>
            </a:r>
            <a:r>
              <a:rPr lang="zh-CN" altLang="en-US" sz="1800" dirty="0"/>
              <a:t> </a:t>
            </a:r>
            <a:r>
              <a:rPr lang="en-US" altLang="zh-CN" sz="1800" dirty="0"/>
              <a:t>you</a:t>
            </a:r>
            <a:r>
              <a:rPr lang="zh-CN" altLang="en-US" sz="1800" dirty="0"/>
              <a:t> </a:t>
            </a:r>
            <a:r>
              <a:rPr lang="en-US" altLang="zh-CN" sz="1800" dirty="0"/>
              <a:t>can</a:t>
            </a:r>
            <a:r>
              <a:rPr lang="zh-CN" altLang="en-US" sz="1800" dirty="0"/>
              <a:t> </a:t>
            </a:r>
            <a:r>
              <a:rPr lang="en-US" altLang="zh-CN" sz="1800" dirty="0"/>
              <a:t>use</a:t>
            </a:r>
            <a:r>
              <a:rPr lang="zh-CN" altLang="en-US" sz="1800" dirty="0"/>
              <a:t> </a:t>
            </a:r>
            <a:r>
              <a:rPr lang="en-US" altLang="zh-CN" sz="1800" dirty="0"/>
              <a:t>sleep</a:t>
            </a:r>
            <a:r>
              <a:rPr lang="zh-CN" altLang="en-US" sz="1800" dirty="0"/>
              <a:t> </a:t>
            </a:r>
            <a:r>
              <a:rPr lang="en-US" altLang="zh-CN" sz="1800" dirty="0"/>
              <a:t>score</a:t>
            </a:r>
            <a:r>
              <a:rPr lang="zh-CN" altLang="en-US" sz="1800" dirty="0"/>
              <a:t> </a:t>
            </a:r>
            <a:r>
              <a:rPr lang="en-US" altLang="zh-CN" sz="1800" dirty="0"/>
              <a:t>&amp;</a:t>
            </a:r>
            <a:r>
              <a:rPr lang="zh-CN" altLang="en-US" sz="1800" dirty="0"/>
              <a:t> </a:t>
            </a:r>
            <a:r>
              <a:rPr lang="en-US" altLang="zh-CN" sz="1800" dirty="0"/>
              <a:t>stress</a:t>
            </a:r>
            <a:r>
              <a:rPr lang="zh-CN" altLang="en-US" sz="1800" dirty="0"/>
              <a:t> </a:t>
            </a:r>
            <a:r>
              <a:rPr lang="en-US" altLang="zh-CN" sz="1800" dirty="0"/>
              <a:t>score,</a:t>
            </a:r>
            <a:r>
              <a:rPr lang="zh-CN" altLang="en-US" sz="1800" dirty="0"/>
              <a:t> </a:t>
            </a:r>
            <a:r>
              <a:rPr lang="en-US" altLang="zh-CN" sz="1800" dirty="0"/>
              <a:t>maybe</a:t>
            </a:r>
            <a:r>
              <a:rPr lang="zh-CN" altLang="en-US" sz="1800" dirty="0"/>
              <a:t> </a:t>
            </a:r>
            <a:r>
              <a:rPr lang="en-US" altLang="zh-CN" sz="1800" dirty="0"/>
              <a:t>this</a:t>
            </a:r>
            <a:r>
              <a:rPr lang="zh-CN" altLang="en-US" sz="1800" dirty="0"/>
              <a:t> </a:t>
            </a:r>
            <a:r>
              <a:rPr lang="en-US" altLang="zh-CN" sz="1800" dirty="0"/>
              <a:t>is</a:t>
            </a:r>
            <a:r>
              <a:rPr lang="zh-CN" altLang="en-US" sz="1800" dirty="0"/>
              <a:t> </a:t>
            </a:r>
            <a:r>
              <a:rPr lang="en-US" altLang="zh-CN" sz="1800" dirty="0"/>
              <a:t>enough,</a:t>
            </a:r>
            <a:r>
              <a:rPr lang="zh-CN" altLang="en-US" sz="1800" dirty="0"/>
              <a:t> </a:t>
            </a:r>
            <a:r>
              <a:rPr lang="en-US" altLang="zh-CN" sz="1800" dirty="0"/>
              <a:t>easier</a:t>
            </a:r>
            <a:r>
              <a:rPr lang="zh-CN" altLang="en-US" sz="1800" dirty="0"/>
              <a:t> </a:t>
            </a:r>
            <a:r>
              <a:rPr lang="en-US" altLang="zh-CN" sz="1800" dirty="0"/>
              <a:t>than</a:t>
            </a:r>
            <a:r>
              <a:rPr lang="zh-CN" altLang="en-US" sz="1800" dirty="0"/>
              <a:t> </a:t>
            </a:r>
            <a:r>
              <a:rPr lang="en-US" altLang="zh-CN" sz="1800" dirty="0"/>
              <a:t>dealing</a:t>
            </a:r>
            <a:r>
              <a:rPr lang="zh-CN" altLang="en-US" sz="1800" dirty="0"/>
              <a:t> </a:t>
            </a:r>
            <a:r>
              <a:rPr lang="en-US" altLang="zh-CN" sz="1800" dirty="0"/>
              <a:t>with</a:t>
            </a:r>
            <a:r>
              <a:rPr lang="zh-CN" altLang="en-US" sz="1800" dirty="0"/>
              <a:t> </a:t>
            </a:r>
            <a:r>
              <a:rPr lang="en-US" altLang="zh-CN" sz="1800" dirty="0"/>
              <a:t>other</a:t>
            </a:r>
            <a:r>
              <a:rPr lang="zh-CN" altLang="en-US" sz="1800" dirty="0"/>
              <a:t> </a:t>
            </a:r>
            <a:r>
              <a:rPr lang="en-US" altLang="zh-CN" sz="1800" dirty="0"/>
              <a:t>sleep</a:t>
            </a:r>
            <a:r>
              <a:rPr lang="zh-CN" altLang="en-US" sz="1800" dirty="0"/>
              <a:t> </a:t>
            </a:r>
            <a:r>
              <a:rPr lang="en-US" altLang="zh-CN" sz="1800" dirty="0"/>
              <a:t>data).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A6749-E311-59C4-0D0F-7458B6B82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622" y="0"/>
            <a:ext cx="6548377" cy="370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D5E597-F07D-B163-0B40-79ADE08122DC}"/>
              </a:ext>
            </a:extLst>
          </p:cNvPr>
          <p:cNvSpPr txBox="1"/>
          <p:nvPr/>
        </p:nvSpPr>
        <p:spPr>
          <a:xfrm>
            <a:off x="660400" y="445130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Did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merged</a:t>
            </a:r>
            <a:r>
              <a:rPr lang="zh-CN" altLang="en-US" dirty="0"/>
              <a:t> </a:t>
            </a:r>
            <a:r>
              <a:rPr lang="en-US" altLang="zh-CN" dirty="0"/>
              <a:t>demographics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(`</a:t>
            </a:r>
            <a:r>
              <a:rPr lang="en-US" altLang="zh-CN" dirty="0" err="1"/>
              <a:t>subject_info</a:t>
            </a:r>
            <a:r>
              <a:rPr lang="en-US" altLang="zh-CN" dirty="0"/>
              <a:t>`)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row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all_daily_data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represents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day.</a:t>
            </a:r>
            <a:r>
              <a:rPr lang="zh-CN" altLang="en-US" dirty="0"/>
              <a:t> </a:t>
            </a:r>
            <a:r>
              <a:rPr lang="en-US" altLang="zh-CN" dirty="0"/>
              <a:t>Kind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doesn’t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sense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merge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demographics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kept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commented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merged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section;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all_daily_data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capture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csv</a:t>
            </a:r>
            <a:r>
              <a:rPr lang="zh-CN" altLang="en-US" dirty="0"/>
              <a:t> </a:t>
            </a:r>
            <a:r>
              <a:rPr lang="en-US" altLang="zh-CN" dirty="0"/>
              <a:t>files</a:t>
            </a:r>
            <a:r>
              <a:rPr lang="zh-CN" altLang="en-US" dirty="0"/>
              <a:t> </a:t>
            </a:r>
            <a:r>
              <a:rPr lang="en-US" altLang="zh-CN" dirty="0"/>
              <a:t>content,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uncomment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(now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all_daily_data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65</a:t>
            </a:r>
            <a:r>
              <a:rPr lang="zh-CN" altLang="en-US" dirty="0"/>
              <a:t> </a:t>
            </a:r>
            <a:r>
              <a:rPr lang="en-US" altLang="zh-CN" dirty="0"/>
              <a:t>columns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D28C2-5CA5-1242-AE4D-A9E2020790CC}"/>
              </a:ext>
            </a:extLst>
          </p:cNvPr>
          <p:cNvSpPr txBox="1"/>
          <p:nvPr/>
        </p:nvSpPr>
        <p:spPr>
          <a:xfrm>
            <a:off x="6972300" y="3796045"/>
            <a:ext cx="5105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left</a:t>
            </a:r>
            <a:r>
              <a:rPr lang="zh-CN" altLang="en-US" dirty="0"/>
              <a:t> </a:t>
            </a:r>
            <a:r>
              <a:rPr lang="en-US" altLang="zh-CN" dirty="0"/>
              <a:t>flags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easy</a:t>
            </a:r>
            <a:r>
              <a:rPr lang="zh-CN" altLang="en-US" dirty="0"/>
              <a:t> </a:t>
            </a:r>
            <a:r>
              <a:rPr lang="en-US" altLang="zh-CN" dirty="0"/>
              <a:t>filter(flag</a:t>
            </a:r>
            <a:r>
              <a:rPr lang="zh-CN" altLang="en-US" dirty="0"/>
              <a:t> </a:t>
            </a:r>
            <a:r>
              <a:rPr lang="en-US" altLang="zh-CN" dirty="0"/>
              <a:t>==</a:t>
            </a:r>
            <a:r>
              <a:rPr lang="zh-CN" altLang="en-US" dirty="0"/>
              <a:t> </a:t>
            </a:r>
            <a:r>
              <a:rPr lang="en-US" altLang="zh-CN" dirty="0"/>
              <a:t>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`</a:t>
            </a:r>
            <a:r>
              <a:rPr lang="en-US" altLang="zh-CN" dirty="0" err="1"/>
              <a:t>exercise_flag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1`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daily</a:t>
            </a:r>
            <a:r>
              <a:rPr lang="zh-CN" altLang="en-US" dirty="0"/>
              <a:t> </a:t>
            </a:r>
            <a:r>
              <a:rPr lang="en-US" altLang="zh-CN" dirty="0"/>
              <a:t>exercise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`</a:t>
            </a:r>
            <a:r>
              <a:rPr lang="en-US" altLang="zh-CN" dirty="0" err="1"/>
              <a:t>sleep_stress_flag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1`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daily</a:t>
            </a:r>
            <a:r>
              <a:rPr lang="zh-CN" altLang="en-US" dirty="0"/>
              <a:t> </a:t>
            </a:r>
            <a:r>
              <a:rPr lang="en-US" altLang="zh-CN" dirty="0"/>
              <a:t>sleep</a:t>
            </a:r>
            <a:r>
              <a:rPr lang="zh-CN" altLang="en-US" dirty="0"/>
              <a:t> </a:t>
            </a:r>
            <a:r>
              <a:rPr lang="en-US" altLang="zh-CN" dirty="0"/>
              <a:t>stress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flag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hormone</a:t>
            </a:r>
            <a:r>
              <a:rPr lang="zh-CN" altLang="en-US" dirty="0"/>
              <a:t> </a:t>
            </a:r>
            <a:r>
              <a:rPr lang="en-US" altLang="zh-CN" dirty="0"/>
              <a:t>symptom</a:t>
            </a:r>
            <a:r>
              <a:rPr lang="zh-CN" altLang="en-US" dirty="0"/>
              <a:t> </a:t>
            </a:r>
            <a:r>
              <a:rPr lang="en-US" altLang="zh-CN" dirty="0"/>
              <a:t>columns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factor</a:t>
            </a:r>
            <a:r>
              <a:rPr lang="zh-CN" altLang="en-US" dirty="0"/>
              <a:t> </a:t>
            </a:r>
            <a:r>
              <a:rPr lang="en-US" altLang="zh-CN" dirty="0"/>
              <a:t>(e.g.</a:t>
            </a:r>
            <a:r>
              <a:rPr lang="zh-CN" altLang="en-US" dirty="0"/>
              <a:t> </a:t>
            </a:r>
            <a:r>
              <a:rPr lang="en-US" altLang="zh-CN" dirty="0"/>
              <a:t>cramp,</a:t>
            </a:r>
            <a:r>
              <a:rPr lang="zh-CN" altLang="en-US" dirty="0"/>
              <a:t> </a:t>
            </a:r>
            <a:r>
              <a:rPr lang="en-US" altLang="zh-CN" dirty="0"/>
              <a:t>bloating)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numeric</a:t>
            </a:r>
            <a:r>
              <a:rPr lang="zh-CN" altLang="en-US" dirty="0"/>
              <a:t> </a:t>
            </a:r>
            <a:r>
              <a:rPr lang="en-US" altLang="zh-CN" dirty="0"/>
              <a:t>values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converted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xxx_score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e</a:t>
            </a:r>
            <a:r>
              <a:rPr lang="en-US" altLang="zh-CN" err="1"/>
              <a:t>.</a:t>
            </a:r>
            <a:r>
              <a:rPr lang="en-US" altLang="zh-CN"/>
              <a:t>g.</a:t>
            </a:r>
            <a:r>
              <a:rPr lang="zh-CN" altLang="en-US"/>
              <a:t> </a:t>
            </a:r>
            <a:r>
              <a:rPr lang="en-US" altLang="zh-CN" dirty="0" err="1"/>
              <a:t>cramp_score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bloating_score</a:t>
            </a:r>
            <a:r>
              <a:rPr lang="en-US" altLang="zh-CN" dirty="0"/>
              <a:t>).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`</a:t>
            </a:r>
            <a:r>
              <a:rPr lang="en-US" altLang="zh-CN" dirty="0" err="1"/>
              <a:t>xxx_score</a:t>
            </a:r>
            <a:r>
              <a:rPr lang="en-US" altLang="zh-CN" dirty="0"/>
              <a:t>`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models.</a:t>
            </a:r>
          </a:p>
        </p:txBody>
      </p:sp>
    </p:spTree>
    <p:extLst>
      <p:ext uri="{BB962C8B-B14F-4D97-AF65-F5344CB8AC3E}">
        <p14:creationId xmlns:p14="http://schemas.microsoft.com/office/powerpoint/2010/main" val="4120895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1512</Words>
  <Application>Microsoft Macintosh PowerPoint</Application>
  <PresentationFormat>Widescreen</PresentationFormat>
  <Paragraphs>219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ANU</vt:lpstr>
      <vt:lpstr>KHUE</vt:lpstr>
      <vt:lpstr>EMILY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Muying Li</dc:creator>
  <cp:lastModifiedBy>Muying Li</cp:lastModifiedBy>
  <cp:revision>12</cp:revision>
  <dcterms:created xsi:type="dcterms:W3CDTF">2025-12-02T23:51:24Z</dcterms:created>
  <dcterms:modified xsi:type="dcterms:W3CDTF">2025-12-03T04:20:50Z</dcterms:modified>
</cp:coreProperties>
</file>